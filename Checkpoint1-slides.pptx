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Average"/>
      <p:regular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752E7B-8AC0-4E3C-949B-0E8F7638E7A1}">
  <a:tblStyle styleId="{A4752E7B-8AC0-4E3C-949B-0E8F7638E7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verage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Oswald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626ae7e5d4c8dc7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626ae7e5d4c8dc7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37748ba7869bae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37748ba7869bae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721f1a26ee6b6c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721f1a26ee6b6c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37748ba7869bae2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37748ba7869bae2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721f1a26ee6b6cf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721f1a26ee6b6cf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626ae7e5d4c8dc73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h626ae7e5d4c8dc73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626ae7e5d4c8dc73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626ae7e5d4c8dc73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37748ba7869bae2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37748ba7869bae2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3bfa2e6ffc2fd516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3bfa2e6ffc2fd516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F1 Fan Analytics Database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Eliud Hadgu &amp; Nathan Delgado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&amp; </a:t>
            </a:r>
            <a:r>
              <a:rPr lang="en"/>
              <a:t>Purpose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Problem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●"/>
            </a:pPr>
            <a:r>
              <a:rPr lang="en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F1 data is scattered across many websites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●"/>
            </a:pPr>
            <a:r>
              <a:rPr lang="en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Most sites show only basic results and current standings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●"/>
            </a:pPr>
            <a:r>
              <a:rPr lang="en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Deeper questions require multiple searches, like how two teammates compare or how a driver performs at a specific circuit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Our Solution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●"/>
            </a:pPr>
            <a:r>
              <a:rPr lang="en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relational database that stores F1 drivers, teams, circuits, races, seasons, sponsors, and engine suppliers in one place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●"/>
            </a:pPr>
            <a:r>
              <a:rPr lang="en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Tracks changes over time, such as driver transfers, sponsorships, and engine deals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Who It's For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●"/>
            </a:pPr>
            <a:r>
              <a:rPr lang="en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Fans and analysts who want to explore and compare historical race data</a:t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eorgia"/>
              <a:buChar char="●"/>
            </a:pPr>
            <a:r>
              <a:rPr lang="en" sz="1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Administrators who keep the data accurate and up to date</a:t>
            </a:r>
            <a:endParaRPr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425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primary use case modeled in this system is allowing F1 fans and analysts to search and analyze Formula 1 racing data. Users can:</a:t>
            </a:r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search for drivers, teams, and circuits, </a:t>
            </a:r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compare teammates across seasons, </a:t>
            </a:r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view driver performance at specific circuits, </a:t>
            </a:r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and access championship standings. </a:t>
            </a:r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These functions retrieve race results from the database to display relevant statistics, including finishing positions, points earned, and team performance.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52475"/>
            <a:ext cx="4523837" cy="314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425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system also includes an Administrator responsible for maintaining accurate and updated information.</a:t>
            </a:r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Administrators can update race results and manage driver and team records, ensuring the database remains reliable. </a:t>
            </a:r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Overall, the system provides a structured way to explore historical F1 data, compare performance, and track racing statistics across multiple seasons.</a:t>
            </a:r>
            <a:endParaRPr sz="1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52475"/>
            <a:ext cx="4523837" cy="314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E/R Diagram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850" y="445025"/>
            <a:ext cx="6346451" cy="432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E/R Diagram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27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database consists of 7 entities: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Driver, Team, Circuit, Race, Season, Sponsor, and Engine Supplier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They are connected through 6 relationships: 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Drives For (many-to-many between Drivers and Teams), 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Sponsored By (many-to-many between Teams and Sponsor), 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Uses Engine (many-to-many between Teams and Engine Suppliers), 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Records Result (between Drivers, Teams, and Races), 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Hosts (one-to-many between Circuits and Races), 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Contains (one-to-many between Seasons and Races).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 Overview: Entities</a:t>
            </a:r>
            <a:endParaRPr/>
          </a:p>
        </p:txBody>
      </p:sp>
      <p:graphicFrame>
        <p:nvGraphicFramePr>
          <p:cNvPr id="99" name="Google Shape;99;p19"/>
          <p:cNvGraphicFramePr/>
          <p:nvPr/>
        </p:nvGraphicFramePr>
        <p:xfrm>
          <a:off x="311700" y="120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{A4752E7B-8AC0-4E3C-949B-0E8F7638E7A1}</a:tableStyleId>
              </a:tblPr>
              <a:tblGrid>
                <a:gridCol w="1627275"/>
                <a:gridCol w="1680200"/>
                <a:gridCol w="2694775"/>
                <a:gridCol w="2518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Entity</a:t>
                      </a:r>
                      <a:endParaRPr b="1" sz="10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Primary Key</a:t>
                      </a:r>
                      <a:endParaRPr b="1" sz="10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Key Attributes</a:t>
                      </a:r>
                      <a:endParaRPr b="1" sz="10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What it represents</a:t>
                      </a:r>
                      <a:endParaRPr b="1" sz="10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Driver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driver_id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first_name, last_name, nationality, date_of_birth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 person who races in F1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Team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team_id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team_name, home_country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 constructor that enters cars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Circuit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circuit_id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circuit_name, country, length_km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 track where races are held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Season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season_id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season_year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One year of the championship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Race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race_id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race_name, round_number, race_date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One Grand Prix (links to a Circuit and a Season)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Sponsor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sponsor_id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sponsor_name, industry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 company that funds a team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Engine_Supplier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supplier_id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supplier_name, country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 manufacturer that provides engines</a:t>
                      </a:r>
                      <a:endParaRPr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 Overview: Relationships</a:t>
            </a:r>
            <a:endParaRPr/>
          </a:p>
        </p:txBody>
      </p:sp>
      <p:graphicFrame>
        <p:nvGraphicFramePr>
          <p:cNvPr id="105" name="Google Shape;105;p20"/>
          <p:cNvGraphicFramePr/>
          <p:nvPr/>
        </p:nvGraphicFramePr>
        <p:xfrm>
          <a:off x="714300" y="1389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{A4752E7B-8AC0-4E3C-949B-0E8F7638E7A1}</a:tableStyleId>
              </a:tblPr>
              <a:tblGrid>
                <a:gridCol w="1673800"/>
                <a:gridCol w="1763075"/>
                <a:gridCol w="2139250"/>
                <a:gridCol w="2139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Relationship table</a:t>
                      </a:r>
                      <a:endParaRPr b="1"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Connects</a:t>
                      </a:r>
                      <a:endParaRPr b="1"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Type</a:t>
                      </a:r>
                      <a:endParaRPr b="1"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Extra attributes</a:t>
                      </a:r>
                      <a:endParaRPr b="1" sz="1100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Drives_For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Driver and Team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many-to-many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start_date, end_date, car_number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Sponsored_By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Sponsor and Team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many-to-many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start_date, end_date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Uses_Engine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Team and Engine_Supplier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many-to-many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start_date, end_date, engine_model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Records_Result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Driver, Race, and Team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many-to-many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grid_position, finish_position, points, status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Schemas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306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Driver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TABLE Driver (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driver_id INTEGER PRIMARY KEY,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first_name VARCHAR(50) NOT NULL,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last_name VARCHAR(50) NOT NULL,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nationality VARCHAR(50),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date_of_birth DATE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258675" y="1152475"/>
            <a:ext cx="306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TABLE Team (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team_id INTEGER PRIMARY KEY,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team_name VARCHAR(100) NOT NULL,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home_country VARCHAR(50)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5917950" y="1152475"/>
            <a:ext cx="322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Race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TABLE Race (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race_id INTEGER PRIMARY KEY,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race_name VARCHAR(100) NOT NULL,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round_number INTEGER,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race_date DATE,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circuit_id INTEGER NOT NULL,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season_id INTEGER NOT NULL,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FOREIGN KEY (circuit_id) REFERENCES Circuit(circuit_id),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FOREIGN KEY (season_id) REFERENCES Season(season_id)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Schemas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306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Sponsor 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TABLE Sponsor (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sponsor_id INTEGER PRIMARY KEY,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sponsor_name VARCHAR(100) NOT NULL,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industry VARCHAR(50)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258675" y="1152475"/>
            <a:ext cx="306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 Supplier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TABLE Engine_Supplier (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supplier_id INTEGER PRIMARY KEY,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supplier_name VARCHAR(100) NOT NULL,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country VARCHAR(50),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6010800" y="1152475"/>
            <a:ext cx="322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Circuit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TABLE Circuit (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circuit_id INTEGER PRIMARY KEY,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circuit_name VARCHAR(100) NOT NULL,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country VARCHAR(50),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length_km DECIMAL(5,3)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